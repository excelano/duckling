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Water Quality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Alder Creek Field Station · Reach 4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survey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Dissolved oxygen above threshold at all five sites</a:t>
            </a:r>
          </a:p>
          <a:p>
            <a:pPr/>
            <a:r>
              <a:t>pH within the range recorded since monitoring began</a:t>
            </a:r>
          </a:p>
          <a:p>
            <a:pPr/>
            <a:r>
              <a:t>Conductivity at the culvert outflow up for a fourth survey</a:t>
            </a:r>
          </a:p>
          <a:p>
            <a:pPr/>
            <a:r>
              <a:t>No visible film, odour or bank damage at any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r>
                        <a:rPr sz="140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DO 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Cond. uS/cm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Upper meadow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Culvert outflow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168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Beaver 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13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Willow bend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13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Lower 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the four-weekly cycle through the summer</a:t>
            </a:r>
          </a:p>
          <a:p>
            <a:r>
              <a:t>Add a reading above the culvert to attribute the AC-02 rise</a:t>
            </a:r>
          </a:p>
          <a:p>
            <a:r>
              <a:t>Replace the weathered gauge board at AC-05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